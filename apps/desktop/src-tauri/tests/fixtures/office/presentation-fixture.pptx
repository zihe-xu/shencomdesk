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c0b057f14a245f5" /><Relationship Type="http://schemas.openxmlformats.org/package/2006/relationships/metadata/core-properties" Target="/docProps/core.xml" Id="Re1cf48d9dd784baa" /><Relationship Type="http://schemas.openxmlformats.org/officeDocument/2006/relationships/extended-properties" Target="/docProps/app.xml" Id="R213bb365870040a0" /><Relationship Type="http://schemas.openxmlformats.org/officeDocument/2006/relationships/custom-properties" Target="/docProps/custom.xml" Id="R03eff63cbba9431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1ac52ec1ac474773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ac52ec1ac474773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c432c94d5d42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daa6110e042e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b4c2cfa6464b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f6d0dbc8ea45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03ec40636497c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2f40900116247e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2377ab2604fd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ShenDesk PowerPoint fixture</a:t>
            </a:r>
          </a:p>
        </p:txBody>
      </p:sp>
      <p:sp>
        <p:nvSpPr>
          <p:cNvPr id="100000" name="TextBox 2"/>
          <p:cNvSpPr txBox="1"/>
          <p:nvPr/>
        </p:nvSpPr>
        <p:spPr>
          <a:xfrm xmlns:a="http://schemas.openxmlformats.org/drawingml/2006/main">
            <a:off x="720000" y="1440000"/>
            <a:ext cx="72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ShenDesk PowerPoint fixture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OfficeCLI/1.0.143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2026-08-04T11:03:22Z</dcterms:created>
  <cp:lastModifiedBy>OfficeCLI</cp:lastModifiedBy>
  <dcterms:modified xsi:type="dcterms:W3CDTF">2026-08-04T11:03:22Z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1.0.143</vt:lpwstr>
  </op:property>
  <op:property fmtid="{D5CDD505-2E9C-101B-9397-08002B2CF9AE}" pid="3" name="OfficeCLI.LastModified">
    <vt:lpwstr xmlns:vt="http://schemas.openxmlformats.org/officeDocument/2006/docPropsVTypes">2026-08-04T11:03:25Z</vt:lpwstr>
  </op:property>
</op:Properties>
</file>